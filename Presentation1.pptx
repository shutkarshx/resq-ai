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B936-6973-8EE2-536B-DCAE44A55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A9595-5B41-39DB-31E6-BC7E860BC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2135-A428-CDFB-D4BE-393C01F0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B5803-0F10-7EE9-00EA-FD7C1F19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FE9F3-F417-7EA6-5C11-19D028BE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6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1F72-C387-8690-FF47-07247EDF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1B4D-2C4A-4831-53EB-48E75DDAA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14F01-B251-0173-CD1D-71970355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F1676-A57B-06D2-FF02-0AE801F8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54364-4818-938F-33AF-6382298B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76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23EC-F711-C135-2FAD-E08C897E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0DBD0-3474-C687-E15C-0A950D1D5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09E57-005C-5F13-6862-7E73BF1D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01E8-868C-BE15-3918-4F4832F0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52A5B-F24D-08E1-80E0-56B9C157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28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7D03-FCD7-2B71-14F0-E12403A1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19B6-14A3-C9E9-50FC-F14A25A3D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31456-F95F-D04B-E764-A4AFA7448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FDD18-3054-0BEA-8727-4E2736C2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75808-5EB1-1F62-0D05-B28D5956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2F8DC-9BEC-922F-C618-DDE3B3AA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57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D60-B8DE-AF95-595F-DB8C1BD6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45160-5EBA-E42A-691B-862BA9596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E6050-3D86-AD88-88AA-007FC3FE9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B5466-D564-3055-6B1F-2D9C6510E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85DC3-7ADB-AA4B-5217-8B4E6783E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C24C0-8D6C-D96B-348A-0FECD17A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33F4A-F499-6CE0-1D05-ED42C501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483B3-5889-D98B-0C08-297C14D0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4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47BF-3A3C-901F-060A-65EE5690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77FEC-B0DD-91F1-AFE2-BB409700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B2D77-E85C-6DEA-B27B-7F805580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5D4B3-667F-8820-ED07-3AC21E3D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38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F2A19-E258-EF93-EE4C-11AE87D33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7AAB0-B50C-7F96-794A-2FF2972C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7FB65-C181-670E-2FD8-68DB298F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1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ACEE-FEFC-0F34-2CF4-28984C70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5936-59AB-BA87-55B8-41F225FCF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71834-032D-601F-E8BA-DEDEC66B4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D878-AC96-ABAE-F39B-5C2C7F59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AAEB2-DD74-17B6-2EF7-EE2C998C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A61F9-53D3-445D-60F1-0F3B6127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77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5C2B-790D-65BF-DBE1-20151A01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EC32F-2DA2-38C8-256D-48056AFF4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CA25D-7C46-BCB9-8188-3C090722E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99BBE-9944-D81F-D672-91D69AE0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90D30-77DB-CACB-3421-BF4D3E59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7FFFC-21A7-88FD-F285-BC899D18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82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6AD0-D40A-6D49-DE94-C14E12FE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67FD4-AE1C-BECF-8A95-AA80F3781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64466-044A-42C7-D5FA-78ADBC69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E59D-756A-8CE6-0C97-273A05C0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12B56-66EB-59CE-38D2-88464ED5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5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F3A34-F1F7-0411-A21D-F261FCE51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6EB49-038A-A620-90A3-E1BECD195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2392F-F000-3D9E-1EB9-CAC06FFE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D2798-BD53-12DB-C628-050B06AC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D4119-73BA-0FEF-0C86-892DF1CB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04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572E6D-C206-4636-558B-507C8BE6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65E66-FE80-00E6-FC71-6D61950BB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DAEFA-B7DD-0B4F-A438-5A72DE68D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ECF3B-C785-489C-BC9E-BC78D44C544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FABB7-733D-906A-30EF-B8D4B8666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D8C88-BADD-160A-A610-BE27A103F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AF0C7-FA28-471C-AF86-FB08717C0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3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EECA-B273-0CFF-3D95-557001D1EC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AEE2B-87CF-E9FF-EA8C-17452EE69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F27DE-3B22-6FBF-C0DC-E03B16BA1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5"/>
            <a:ext cx="12192000" cy="684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9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B7245-29C5-C402-1006-CE14E781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" y="0"/>
            <a:ext cx="12175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4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AA68C-D68C-C543-A563-F10BBD4A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4" y="0"/>
            <a:ext cx="12123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6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6A019-C1DE-549D-D3AE-54628A24A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" y="0"/>
            <a:ext cx="12190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2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209CB4-C719-4469-D924-1DBB92C1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7" y="0"/>
            <a:ext cx="12116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1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5620C-A299-2340-4AC3-BCD5055FE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" y="0"/>
            <a:ext cx="12169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6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20F6E-8F7C-CDE9-F7BF-8B447E02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4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DF742-CAA2-5C38-6273-B2B29C0A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" y="0"/>
            <a:ext cx="12139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2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E1EFC-66F0-DC8C-591C-DE740ACD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2"/>
            <a:ext cx="12192000" cy="68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8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41D98-9D25-5EA9-A8D3-FC8BFE61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" y="0"/>
            <a:ext cx="12130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6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Sharma</dc:creator>
  <cp:lastModifiedBy>Utkarsh Sharma</cp:lastModifiedBy>
  <cp:revision>1</cp:revision>
  <dcterms:created xsi:type="dcterms:W3CDTF">2026-08-21T02:32:54Z</dcterms:created>
  <dcterms:modified xsi:type="dcterms:W3CDTF">2026-08-21T02:33:05Z</dcterms:modified>
</cp:coreProperties>
</file>